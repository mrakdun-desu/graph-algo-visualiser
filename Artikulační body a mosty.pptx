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9" r:id="rId1"/>
  </p:sldMasterIdLst>
  <p:notesMasterIdLst>
    <p:notesMasterId r:id="rId8"/>
  </p:notesMasterIdLst>
  <p:handoutMasterIdLst>
    <p:handoutMasterId r:id="rId9"/>
  </p:handoutMasterIdLst>
  <p:sldIdLst>
    <p:sldId id="256" r:id="rId2"/>
    <p:sldId id="258" r:id="rId3"/>
    <p:sldId id="261" r:id="rId4"/>
    <p:sldId id="262" r:id="rId5"/>
    <p:sldId id="260" r:id="rId6"/>
    <p:sldId id="259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har char="•"/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20000"/>
      </a:spcBef>
      <a:spcAft>
        <a:spcPct val="0"/>
      </a:spcAft>
      <a:buChar char="•"/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20000"/>
      </a:spcBef>
      <a:spcAft>
        <a:spcPct val="0"/>
      </a:spcAft>
      <a:buChar char="•"/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20000"/>
      </a:spcBef>
      <a:spcAft>
        <a:spcPct val="0"/>
      </a:spcAft>
      <a:buChar char="•"/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20000"/>
      </a:spcBef>
      <a:spcAft>
        <a:spcPct val="0"/>
      </a:spcAft>
      <a:buChar char="•"/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A9E0"/>
    <a:srgbClr val="4D4D4D"/>
    <a:srgbClr val="FE000C"/>
    <a:srgbClr val="B9000C"/>
    <a:srgbClr val="1B85B9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8" autoAdjust="0"/>
    <p:restoredTop sz="94704" autoAdjust="0"/>
  </p:normalViewPr>
  <p:slideViewPr>
    <p:cSldViewPr showGuides="1">
      <p:cViewPr varScale="1">
        <p:scale>
          <a:sx n="76" d="100"/>
          <a:sy n="76" d="100"/>
        </p:scale>
        <p:origin x="126" y="6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105" d="100"/>
          <a:sy n="105" d="100"/>
        </p:scale>
        <p:origin x="327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fld id="{5CF3FF1D-F075-41F6-B290-07919A4348D8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5678203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noProof="0"/>
              <a:t>Klepnutím lze upravit styly předlohy textu.</a:t>
            </a:r>
          </a:p>
          <a:p>
            <a:pPr lvl="1"/>
            <a:r>
              <a:rPr lang="cs-CZ" noProof="0"/>
              <a:t>Druhá úroveň</a:t>
            </a:r>
          </a:p>
          <a:p>
            <a:pPr lvl="2"/>
            <a:r>
              <a:rPr lang="cs-CZ" noProof="0"/>
              <a:t>Třetí úroveň</a:t>
            </a:r>
          </a:p>
          <a:p>
            <a:pPr lvl="3"/>
            <a:r>
              <a:rPr lang="cs-CZ" noProof="0"/>
              <a:t>Čtvrtá úroveň</a:t>
            </a:r>
          </a:p>
          <a:p>
            <a:pPr lvl="4"/>
            <a:r>
              <a:rPr lang="cs-CZ" noProof="0"/>
              <a:t>Pátá úroveň</a:t>
            </a:r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fld id="{511FA9D6-BDC7-4110-B055-029A3A5CC98B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6150432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FA9D6-BDC7-4110-B055-029A3A5CC98B}" type="slidenum">
              <a:rPr lang="cs-CZ" altLang="cs-CZ" smtClean="0"/>
              <a:pPr/>
              <a:t>2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899756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ADAE2-07AB-0BC5-8EBC-6B9A508EF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4A4540E4-DD40-567A-6E2D-BB1B27CA6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96F0F071-0C27-6C0A-2090-760C97C9F6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DDE014E-6A81-3D88-1441-0D56A6578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FA9D6-BDC7-4110-B055-029A3A5CC98B}" type="slidenum">
              <a:rPr lang="cs-CZ" altLang="cs-CZ" smtClean="0"/>
              <a:pPr/>
              <a:t>3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41821683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99D1E-F310-B333-27ED-7ABA612F0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4FFE847B-2A10-7C36-3CF6-8001BBD51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6AAFEDC3-409D-85DF-543F-E6A3C19B3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664195D-190D-6CF6-E843-2D26CC45CD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FA9D6-BDC7-4110-B055-029A3A5CC98B}" type="slidenum">
              <a:rPr lang="cs-CZ" altLang="cs-CZ" smtClean="0"/>
              <a:pPr/>
              <a:t>4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27989251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12F8A-8E8F-AED8-989B-54590457D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48759C62-7B2B-AE82-01A3-1DD3F5698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CC647588-5BCB-A061-7827-2AA8E8C80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51DDA67-57C0-F538-F9A6-39CF87D305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FA9D6-BDC7-4110-B055-029A3A5CC98B}" type="slidenum">
              <a:rPr lang="cs-CZ" altLang="cs-CZ" smtClean="0"/>
              <a:pPr/>
              <a:t>5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3551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rázek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7719" y="5157192"/>
            <a:ext cx="4182937" cy="861868"/>
          </a:xfrm>
          <a:prstGeom prst="rect">
            <a:avLst/>
          </a:prstGeom>
        </p:spPr>
      </p:pic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10824676" y="6530975"/>
            <a:ext cx="65617" cy="287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cs-CZ" sz="2400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-6086" y="-26640"/>
            <a:ext cx="12198085" cy="3598863"/>
          </a:xfrm>
          <a:prstGeom prst="rect">
            <a:avLst/>
          </a:prstGeom>
          <a:solidFill>
            <a:srgbClr val="00A9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cs-CZ" sz="2400">
              <a:effectLst>
                <a:reflection endPos="65000" dist="50800" dir="5400000" sy="-100000" algn="bl" rotWithShape="0"/>
              </a:effectLst>
            </a:endParaRPr>
          </a:p>
        </p:txBody>
      </p:sp>
      <p:sp>
        <p:nvSpPr>
          <p:cNvPr id="6" name="Rectangle 21"/>
          <p:cNvSpPr>
            <a:spLocks noChangeArrowheads="1"/>
          </p:cNvSpPr>
          <p:nvPr/>
        </p:nvSpPr>
        <p:spPr bwMode="auto">
          <a:xfrm>
            <a:off x="10841609" y="6530975"/>
            <a:ext cx="48684" cy="287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cs-CZ" sz="2400"/>
          </a:p>
        </p:txBody>
      </p:sp>
      <p:sp>
        <p:nvSpPr>
          <p:cNvPr id="8" name="Rectangle 26"/>
          <p:cNvSpPr>
            <a:spLocks noChangeArrowheads="1"/>
          </p:cNvSpPr>
          <p:nvPr/>
        </p:nvSpPr>
        <p:spPr bwMode="auto">
          <a:xfrm>
            <a:off x="10841609" y="6530975"/>
            <a:ext cx="48684" cy="287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cs-CZ" sz="2400"/>
          </a:p>
        </p:txBody>
      </p:sp>
      <p:sp>
        <p:nvSpPr>
          <p:cNvPr id="240646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0" y="3621088"/>
            <a:ext cx="7464152" cy="1032048"/>
          </a:xfrm>
        </p:spPr>
        <p:txBody>
          <a:bodyPr/>
          <a:lstStyle>
            <a:lvl1pPr marL="0" indent="0" algn="r">
              <a:buFontTx/>
              <a:buNone/>
              <a:defRPr sz="2000"/>
            </a:lvl1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sp>
        <p:nvSpPr>
          <p:cNvPr id="240645" name="Rectangle 5"/>
          <p:cNvSpPr>
            <a:spLocks noGrp="1" noChangeArrowheads="1"/>
          </p:cNvSpPr>
          <p:nvPr>
            <p:ph type="ctrTitle"/>
          </p:nvPr>
        </p:nvSpPr>
        <p:spPr>
          <a:xfrm>
            <a:off x="0" y="1958976"/>
            <a:ext cx="7464152" cy="1254125"/>
          </a:xfrm>
        </p:spPr>
        <p:txBody>
          <a:bodyPr/>
          <a:lstStyle>
            <a:lvl1pPr algn="r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38600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Název práce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0896600" y="6524626"/>
            <a:ext cx="1102784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7C839148-7006-41C4-ABC2-D2A9F4595A63}" type="slidenum">
              <a:rPr lang="en-US" altLang="cs-CZ" smtClean="0"/>
              <a:pPr/>
              <a:t>‹#›</a:t>
            </a:fld>
            <a:endParaRPr lang="en-US" altLang="cs-CZ" dirty="0"/>
          </a:p>
        </p:txBody>
      </p:sp>
    </p:spTree>
    <p:extLst>
      <p:ext uri="{BB962C8B-B14F-4D97-AF65-F5344CB8AC3E}">
        <p14:creationId xmlns:p14="http://schemas.microsoft.com/office/powerpoint/2010/main" val="3198505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Název práce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0896600" y="6524626"/>
            <a:ext cx="1102784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89FEAC19-CD6C-4528-B09F-367B3931C207}" type="slidenum">
              <a:rPr lang="en-US" altLang="cs-CZ"/>
              <a:pPr/>
              <a:t>‹#›</a:t>
            </a:fld>
            <a:endParaRPr lang="en-US" altLang="cs-CZ"/>
          </a:p>
        </p:txBody>
      </p:sp>
      <p:sp>
        <p:nvSpPr>
          <p:cNvPr id="7" name="Obdélník 6"/>
          <p:cNvSpPr/>
          <p:nvPr userDrawn="1"/>
        </p:nvSpPr>
        <p:spPr bwMode="auto">
          <a:xfrm>
            <a:off x="0" y="0"/>
            <a:ext cx="12192000" cy="54868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cs-CZ" sz="2400" b="1" i="0" u="none" strike="noStrike" cap="none" normalizeH="0" baseline="0">
              <a:ln>
                <a:noFill/>
              </a:ln>
              <a:solidFill>
                <a:srgbClr val="B9000C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096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31800" y="765175"/>
            <a:ext cx="5657851" cy="5330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292851" y="765175"/>
            <a:ext cx="5659967" cy="5330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Název práce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0896600" y="6524626"/>
            <a:ext cx="1102784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E94AC346-A157-4EF4-A06B-3AB421B38C20}" type="slidenum">
              <a:rPr lang="en-US" altLang="cs-CZ"/>
              <a:pPr/>
              <a:t>‹#›</a:t>
            </a:fld>
            <a:endParaRPr lang="en-US" altLang="cs-CZ"/>
          </a:p>
        </p:txBody>
      </p:sp>
    </p:spTree>
    <p:extLst>
      <p:ext uri="{BB962C8B-B14F-4D97-AF65-F5344CB8AC3E}">
        <p14:creationId xmlns:p14="http://schemas.microsoft.com/office/powerpoint/2010/main" val="2687287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Název práce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0896600" y="6524626"/>
            <a:ext cx="1102784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4944FB18-8EAF-4DED-A64D-DB11D411D2B0}" type="slidenum">
              <a:rPr lang="en-US" altLang="cs-CZ"/>
              <a:pPr/>
              <a:t>‹#›</a:t>
            </a:fld>
            <a:endParaRPr lang="en-US" altLang="cs-CZ"/>
          </a:p>
        </p:txBody>
      </p:sp>
      <p:sp>
        <p:nvSpPr>
          <p:cNvPr id="9" name="Nadpis 1"/>
          <p:cNvSpPr>
            <a:spLocks noGrp="1"/>
          </p:cNvSpPr>
          <p:nvPr>
            <p:ph type="title"/>
          </p:nvPr>
        </p:nvSpPr>
        <p:spPr>
          <a:xfrm>
            <a:off x="431801" y="-100013"/>
            <a:ext cx="10265833" cy="720726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3088370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31801" y="-100013"/>
            <a:ext cx="10265833" cy="720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lv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Název práce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0896600" y="6524626"/>
            <a:ext cx="1102784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73D9E105-8003-4962-AFA0-54D4ABFA0C7D}" type="slidenum">
              <a:rPr lang="en-US" altLang="cs-CZ"/>
              <a:pPr/>
              <a:t>‹#›</a:t>
            </a:fld>
            <a:endParaRPr lang="en-US" altLang="cs-CZ"/>
          </a:p>
        </p:txBody>
      </p:sp>
    </p:spTree>
    <p:extLst>
      <p:ext uri="{BB962C8B-B14F-4D97-AF65-F5344CB8AC3E}">
        <p14:creationId xmlns:p14="http://schemas.microsoft.com/office/powerpoint/2010/main" val="93127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7" name="Rectangle 15"/>
          <p:cNvSpPr>
            <a:spLocks noChangeArrowheads="1"/>
          </p:cNvSpPr>
          <p:nvPr/>
        </p:nvSpPr>
        <p:spPr bwMode="auto">
          <a:xfrm>
            <a:off x="0" y="6497638"/>
            <a:ext cx="12192000" cy="360362"/>
          </a:xfrm>
          <a:prstGeom prst="rect">
            <a:avLst/>
          </a:prstGeom>
          <a:solidFill>
            <a:srgbClr val="00A9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cs-CZ" sz="2400"/>
          </a:p>
        </p:txBody>
      </p:sp>
      <p:grpSp>
        <p:nvGrpSpPr>
          <p:cNvPr id="3" name="Skupina 2"/>
          <p:cNvGrpSpPr/>
          <p:nvPr userDrawn="1"/>
        </p:nvGrpSpPr>
        <p:grpSpPr>
          <a:xfrm>
            <a:off x="0" y="1"/>
            <a:ext cx="12192000" cy="547688"/>
            <a:chOff x="0" y="1"/>
            <a:chExt cx="12192000" cy="547688"/>
          </a:xfrm>
        </p:grpSpPr>
        <p:sp>
          <p:nvSpPr>
            <p:cNvPr id="18466" name="Rectangle 34"/>
            <p:cNvSpPr>
              <a:spLocks noChangeArrowheads="1"/>
            </p:cNvSpPr>
            <p:nvPr/>
          </p:nvSpPr>
          <p:spPr bwMode="auto">
            <a:xfrm>
              <a:off x="0" y="512764"/>
              <a:ext cx="12192000" cy="34925"/>
            </a:xfrm>
            <a:prstGeom prst="rect">
              <a:avLst/>
            </a:prstGeom>
            <a:solidFill>
              <a:schemeClr val="tx1">
                <a:alpha val="10001"/>
              </a:schemeClr>
            </a:solidFill>
            <a:ln w="9525" cmpd="thinThick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cs-CZ" sz="2400"/>
            </a:p>
          </p:txBody>
        </p:sp>
        <p:sp>
          <p:nvSpPr>
            <p:cNvPr id="18443" name="Rectangle 11"/>
            <p:cNvSpPr>
              <a:spLocks noChangeArrowheads="1"/>
            </p:cNvSpPr>
            <p:nvPr/>
          </p:nvSpPr>
          <p:spPr bwMode="auto">
            <a:xfrm>
              <a:off x="0" y="1"/>
              <a:ext cx="12192000" cy="512763"/>
            </a:xfrm>
            <a:prstGeom prst="rect">
              <a:avLst/>
            </a:prstGeom>
            <a:solidFill>
              <a:schemeClr val="tx1">
                <a:alpha val="10001"/>
              </a:schemeClr>
            </a:solidFill>
            <a:ln w="9525" cmpd="thinThick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cs-CZ" sz="2400"/>
            </a:p>
          </p:txBody>
        </p:sp>
      </p:grp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31801" y="-100013"/>
            <a:ext cx="10265833" cy="720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cs-CZ" dirty="0" err="1"/>
              <a:t>Klepnutím</a:t>
            </a:r>
            <a:r>
              <a:rPr lang="en-US" altLang="cs-CZ" dirty="0"/>
              <a:t> </a:t>
            </a:r>
            <a:r>
              <a:rPr lang="en-US" altLang="cs-CZ" dirty="0" err="1"/>
              <a:t>lze</a:t>
            </a:r>
            <a:r>
              <a:rPr lang="en-US" altLang="cs-CZ" dirty="0"/>
              <a:t> </a:t>
            </a:r>
            <a:r>
              <a:rPr lang="en-US" altLang="cs-CZ" dirty="0" err="1"/>
              <a:t>upravit</a:t>
            </a:r>
            <a:r>
              <a:rPr lang="en-US" altLang="cs-CZ" dirty="0"/>
              <a:t> </a:t>
            </a:r>
            <a:r>
              <a:rPr lang="en-US" altLang="cs-CZ" dirty="0" err="1"/>
              <a:t>styl</a:t>
            </a:r>
            <a:r>
              <a:rPr lang="en-US" altLang="cs-CZ" dirty="0"/>
              <a:t> </a:t>
            </a:r>
            <a:r>
              <a:rPr lang="en-US" altLang="cs-CZ" dirty="0" err="1"/>
              <a:t>předlohy</a:t>
            </a:r>
            <a:r>
              <a:rPr lang="en-US" altLang="cs-CZ" dirty="0"/>
              <a:t> </a:t>
            </a:r>
            <a:r>
              <a:rPr lang="en-US" altLang="cs-CZ" dirty="0" err="1"/>
              <a:t>nadpisů</a:t>
            </a:r>
            <a:r>
              <a:rPr lang="en-US" altLang="cs-CZ" dirty="0"/>
              <a:t>.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1" y="765175"/>
            <a:ext cx="11521017" cy="533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cs-CZ" dirty="0" err="1"/>
              <a:t>Klepnutím</a:t>
            </a:r>
            <a:r>
              <a:rPr lang="en-US" altLang="cs-CZ" dirty="0"/>
              <a:t> </a:t>
            </a:r>
            <a:r>
              <a:rPr lang="en-US" altLang="cs-CZ" dirty="0" err="1"/>
              <a:t>lze</a:t>
            </a:r>
            <a:r>
              <a:rPr lang="en-US" altLang="cs-CZ" dirty="0"/>
              <a:t> </a:t>
            </a:r>
            <a:r>
              <a:rPr lang="en-US" altLang="cs-CZ" dirty="0" err="1"/>
              <a:t>upravit</a:t>
            </a:r>
            <a:r>
              <a:rPr lang="en-US" altLang="cs-CZ" dirty="0"/>
              <a:t> </a:t>
            </a:r>
            <a:r>
              <a:rPr lang="en-US" altLang="cs-CZ" dirty="0" err="1"/>
              <a:t>styly</a:t>
            </a:r>
            <a:r>
              <a:rPr lang="en-US" altLang="cs-CZ" dirty="0"/>
              <a:t> </a:t>
            </a:r>
            <a:r>
              <a:rPr lang="en-US" altLang="cs-CZ" dirty="0" err="1"/>
              <a:t>předlohy</a:t>
            </a:r>
            <a:r>
              <a:rPr lang="en-US" altLang="cs-CZ" dirty="0"/>
              <a:t> </a:t>
            </a:r>
            <a:r>
              <a:rPr lang="en-US" altLang="cs-CZ" dirty="0" err="1"/>
              <a:t>textu</a:t>
            </a:r>
            <a:r>
              <a:rPr lang="en-US" altLang="cs-CZ" dirty="0"/>
              <a:t>.</a:t>
            </a:r>
          </a:p>
          <a:p>
            <a:pPr lvl="1"/>
            <a:r>
              <a:rPr lang="en-US" altLang="cs-CZ" dirty="0" err="1"/>
              <a:t>Druhá</a:t>
            </a:r>
            <a:r>
              <a:rPr lang="en-US" altLang="cs-CZ" dirty="0"/>
              <a:t> </a:t>
            </a:r>
            <a:r>
              <a:rPr lang="en-US" altLang="cs-CZ" dirty="0" err="1"/>
              <a:t>úroveň</a:t>
            </a:r>
            <a:endParaRPr lang="en-US" altLang="cs-CZ" dirty="0"/>
          </a:p>
          <a:p>
            <a:pPr lvl="2"/>
            <a:r>
              <a:rPr lang="en-US" altLang="cs-CZ" dirty="0" err="1"/>
              <a:t>Třetí</a:t>
            </a:r>
            <a:r>
              <a:rPr lang="en-US" altLang="cs-CZ" dirty="0"/>
              <a:t> </a:t>
            </a:r>
            <a:r>
              <a:rPr lang="en-US" altLang="cs-CZ" dirty="0" err="1"/>
              <a:t>úroveň</a:t>
            </a:r>
            <a:endParaRPr lang="en-US" altLang="cs-CZ" dirty="0"/>
          </a:p>
          <a:p>
            <a:pPr lvl="3"/>
            <a:r>
              <a:rPr lang="en-US" altLang="cs-CZ" dirty="0" err="1"/>
              <a:t>Čtvrtá</a:t>
            </a:r>
            <a:r>
              <a:rPr lang="en-US" altLang="cs-CZ" dirty="0"/>
              <a:t> </a:t>
            </a:r>
            <a:r>
              <a:rPr lang="en-US" altLang="cs-CZ" dirty="0" err="1"/>
              <a:t>úroveň</a:t>
            </a:r>
            <a:endParaRPr lang="en-US" altLang="cs-CZ" dirty="0"/>
          </a:p>
          <a:p>
            <a:pPr lvl="4"/>
            <a:r>
              <a:rPr lang="en-US" altLang="cs-CZ" dirty="0" err="1"/>
              <a:t>Pátá</a:t>
            </a:r>
            <a:r>
              <a:rPr lang="en-US" altLang="cs-CZ" dirty="0"/>
              <a:t> </a:t>
            </a:r>
            <a:r>
              <a:rPr lang="en-US" altLang="cs-CZ" dirty="0" err="1"/>
              <a:t>úroveň</a:t>
            </a:r>
            <a:endParaRPr lang="en-US" altLang="cs-CZ" dirty="0"/>
          </a:p>
        </p:txBody>
      </p:sp>
      <p:sp>
        <p:nvSpPr>
          <p:cNvPr id="1843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3933" y="6524626"/>
            <a:ext cx="104648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FontTx/>
              <a:buNone/>
              <a:defRPr sz="1400" b="0">
                <a:solidFill>
                  <a:schemeClr val="bg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US"/>
              <a:t>Název práce</a:t>
            </a:r>
          </a:p>
        </p:txBody>
      </p:sp>
      <p:sp>
        <p:nvSpPr>
          <p:cNvPr id="18446" name="Rectangle 14"/>
          <p:cNvSpPr>
            <a:spLocks noChangeArrowheads="1"/>
          </p:cNvSpPr>
          <p:nvPr/>
        </p:nvSpPr>
        <p:spPr bwMode="auto">
          <a:xfrm>
            <a:off x="287867" y="115889"/>
            <a:ext cx="63500" cy="288925"/>
          </a:xfrm>
          <a:prstGeom prst="rect">
            <a:avLst/>
          </a:prstGeom>
          <a:solidFill>
            <a:srgbClr val="FE000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FontTx/>
              <a:buNone/>
              <a:defRPr/>
            </a:pPr>
            <a:endParaRPr lang="cs-CZ" sz="2400" b="0">
              <a:solidFill>
                <a:schemeClr val="tx1"/>
              </a:solidFill>
              <a:latin typeface="Century Gothic" pitchFamily="34" charset="0"/>
            </a:endParaRPr>
          </a:p>
        </p:txBody>
      </p:sp>
      <p:sp>
        <p:nvSpPr>
          <p:cNvPr id="18450" name="Rectangle 18"/>
          <p:cNvSpPr>
            <a:spLocks noChangeArrowheads="1"/>
          </p:cNvSpPr>
          <p:nvPr/>
        </p:nvSpPr>
        <p:spPr bwMode="auto">
          <a:xfrm>
            <a:off x="10752668" y="6530975"/>
            <a:ext cx="65617" cy="287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cs-CZ" sz="2400"/>
          </a:p>
        </p:txBody>
      </p:sp>
      <p:pic>
        <p:nvPicPr>
          <p:cNvPr id="2" name="Obrázek 1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6746" y="44624"/>
            <a:ext cx="1085918" cy="434947"/>
          </a:xfrm>
          <a:prstGeom prst="rect">
            <a:avLst/>
          </a:prstGeom>
        </p:spPr>
      </p:pic>
      <p:sp>
        <p:nvSpPr>
          <p:cNvPr id="13" name="Rectangle 14"/>
          <p:cNvSpPr>
            <a:spLocks noChangeArrowheads="1"/>
          </p:cNvSpPr>
          <p:nvPr userDrawn="1"/>
        </p:nvSpPr>
        <p:spPr bwMode="auto">
          <a:xfrm>
            <a:off x="10777335" y="116632"/>
            <a:ext cx="63500" cy="288925"/>
          </a:xfrm>
          <a:prstGeom prst="rect">
            <a:avLst/>
          </a:prstGeom>
          <a:solidFill>
            <a:srgbClr val="00A9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FontTx/>
              <a:buNone/>
              <a:defRPr/>
            </a:pPr>
            <a:endParaRPr lang="cs-CZ" sz="2400" b="0">
              <a:solidFill>
                <a:schemeClr val="tx1"/>
              </a:solidFill>
              <a:latin typeface="Century Gothic" pitchFamily="34" charset="0"/>
            </a:endParaRP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EF3E640F-7A27-4845-81D2-CD57137456F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96600" y="6524626"/>
            <a:ext cx="1102784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FontTx/>
              <a:buNone/>
              <a:defRPr sz="1400" b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689CB1D-D8FD-4B5B-916F-DD5C38307548}" type="slidenum">
              <a:rPr lang="en-US" altLang="cs-CZ" smtClean="0"/>
              <a:pPr/>
              <a:t>‹#›</a:t>
            </a:fld>
            <a:endParaRPr lang="en-US" altLang="cs-CZ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02" r:id="rId2"/>
    <p:sldLayoutId id="2147483703" r:id="rId3"/>
    <p:sldLayoutId id="2147483704" r:id="rId4"/>
    <p:sldLayoutId id="2147483705" r:id="rId5"/>
    <p:sldLayoutId id="2147483707" r:id="rId6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00A9E0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B85B9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B85B9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B85B9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B85B9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B85B9"/>
          </a:solidFill>
          <a:latin typeface="Tahom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B85B9"/>
          </a:solidFill>
          <a:latin typeface="Tahom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B85B9"/>
          </a:solidFill>
          <a:latin typeface="Tahom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B85B9"/>
          </a:solidFill>
          <a:latin typeface="Tahom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600">
          <a:solidFill>
            <a:schemeClr val="tx1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index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79376" y="1988840"/>
            <a:ext cx="7928506" cy="1254125"/>
          </a:xfrm>
        </p:spPr>
        <p:txBody>
          <a:bodyPr/>
          <a:lstStyle/>
          <a:p>
            <a:r>
              <a:rPr lang="en-US" altLang="cs-CZ" sz="4400" dirty="0" err="1"/>
              <a:t>Demonstrace</a:t>
            </a:r>
            <a:r>
              <a:rPr lang="en-US" altLang="cs-CZ" sz="4400" dirty="0"/>
              <a:t>  </a:t>
            </a:r>
            <a:br>
              <a:rPr lang="cs-CZ" altLang="cs-CZ" sz="4400" dirty="0"/>
            </a:br>
            <a:r>
              <a:rPr lang="cs-CZ" altLang="cs-CZ" sz="4400" dirty="0"/>
              <a:t>a</a:t>
            </a:r>
            <a:r>
              <a:rPr lang="en-US" altLang="cs-CZ" sz="4400" dirty="0" err="1"/>
              <a:t>rtikulační</a:t>
            </a:r>
            <a:r>
              <a:rPr lang="cs-CZ" altLang="cs-CZ" sz="4400" dirty="0"/>
              <a:t>ch</a:t>
            </a:r>
            <a:r>
              <a:rPr lang="en-US" altLang="cs-CZ" sz="4400" dirty="0"/>
              <a:t> bod</a:t>
            </a:r>
            <a:r>
              <a:rPr lang="cs-CZ" altLang="cs-CZ" sz="4400" dirty="0"/>
              <a:t>ů</a:t>
            </a:r>
            <a:r>
              <a:rPr lang="en-US" altLang="cs-CZ" sz="4400" dirty="0"/>
              <a:t> a most</a:t>
            </a:r>
            <a:r>
              <a:rPr lang="cs-CZ" altLang="cs-CZ" sz="4400" dirty="0"/>
              <a:t>ů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79376" y="3694113"/>
            <a:ext cx="7921674" cy="455612"/>
          </a:xfrm>
        </p:spPr>
        <p:txBody>
          <a:bodyPr/>
          <a:lstStyle/>
          <a:p>
            <a:r>
              <a:rPr lang="cs-CZ" altLang="cs-CZ" sz="2800" dirty="0"/>
              <a:t>Jiří Šotola (xsotol02)</a:t>
            </a:r>
            <a:r>
              <a:rPr lang="cs-CZ" altLang="cs-CZ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r>
              <a:rPr lang="cs-CZ" altLang="cs-CZ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Marek Dančo (xdanco00)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half" idx="2"/>
          </p:nvPr>
        </p:nvSpPr>
        <p:spPr>
          <a:xfrm>
            <a:off x="609600" y="1628800"/>
            <a:ext cx="5386917" cy="4497363"/>
          </a:xfrm>
        </p:spPr>
        <p:txBody>
          <a:bodyPr wrap="square" anchor="t">
            <a:normAutofit/>
          </a:bodyPr>
          <a:lstStyle/>
          <a:p>
            <a:r>
              <a:rPr lang="cs-CZ" altLang="cs-CZ" dirty="0"/>
              <a:t>Artikulační body </a:t>
            </a:r>
          </a:p>
          <a:p>
            <a:pPr lvl="1"/>
            <a:r>
              <a:rPr lang="cs-CZ" altLang="cs-CZ" sz="2400" dirty="0"/>
              <a:t>vrchol, který při odstranění způsobí, že graf přestane být souvislý</a:t>
            </a:r>
          </a:p>
          <a:p>
            <a:pPr lvl="1"/>
            <a:endParaRPr lang="cs-CZ" altLang="cs-CZ" sz="2400" dirty="0"/>
          </a:p>
          <a:p>
            <a:endParaRPr lang="cs-CZ" altLang="cs-CZ" dirty="0"/>
          </a:p>
          <a:p>
            <a:r>
              <a:rPr lang="cs-CZ" altLang="cs-CZ" dirty="0"/>
              <a:t>Mosty</a:t>
            </a:r>
          </a:p>
          <a:p>
            <a:pPr lvl="1"/>
            <a:r>
              <a:rPr lang="cs-CZ" sz="2400" dirty="0"/>
              <a:t>hrana, která při odstranění rozdělí graf na více komponent</a:t>
            </a:r>
          </a:p>
        </p:txBody>
      </p:sp>
      <p:pic>
        <p:nvPicPr>
          <p:cNvPr id="1026" name="Picture 2" descr="Articulation Points (or Cut Vertices) in a Graph - GeeksforGeeks">
            <a:extLst>
              <a:ext uri="{FF2B5EF4-FFF2-40B4-BE49-F238E27FC236}">
                <a16:creationId xmlns:a16="http://schemas.microsoft.com/office/drawing/2014/main" id="{878736D6-86B2-E736-0574-02FD12E1B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7" r="24582" b="-1"/>
          <a:stretch/>
        </p:blipFill>
        <p:spPr bwMode="auto">
          <a:xfrm>
            <a:off x="6193368" y="2174875"/>
            <a:ext cx="5389033" cy="395128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Zástupný symbol pro zápatí 3"/>
          <p:cNvSpPr>
            <a:spLocks noGrp="1"/>
          </p:cNvSpPr>
          <p:nvPr>
            <p:ph type="ftr" sz="quarter" idx="10"/>
          </p:nvPr>
        </p:nvSpPr>
        <p:spPr>
          <a:xfrm>
            <a:off x="143933" y="6524626"/>
            <a:ext cx="10464800" cy="33337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cs-CZ" dirty="0"/>
              <a:t>Název práce</a:t>
            </a:r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>
          <a:xfrm>
            <a:off x="10896600" y="6524626"/>
            <a:ext cx="1102784" cy="33337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7C839148-7006-41C4-ABC2-D2A9F4595A63}" type="slidenum">
              <a:rPr lang="en-US" altLang="cs-CZ" smtClean="0"/>
              <a:pPr>
                <a:spcAft>
                  <a:spcPts val="600"/>
                </a:spcAft>
              </a:pPr>
              <a:t>2</a:t>
            </a:fld>
            <a:endParaRPr lang="en-US" altLang="cs-CZ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31801" y="-100013"/>
            <a:ext cx="10265833" cy="720726"/>
          </a:xfrm>
        </p:spPr>
        <p:txBody>
          <a:bodyPr wrap="square" anchor="ctr">
            <a:normAutofit/>
          </a:bodyPr>
          <a:lstStyle/>
          <a:p>
            <a:r>
              <a:rPr lang="cs-CZ" dirty="0"/>
              <a:t>Význam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526BB43B-2A94-6D5B-C876-28AA60D835C5}"/>
              </a:ext>
            </a:extLst>
          </p:cNvPr>
          <p:cNvSpPr/>
          <p:nvPr/>
        </p:nvSpPr>
        <p:spPr bwMode="auto">
          <a:xfrm>
            <a:off x="10272464" y="2348880"/>
            <a:ext cx="1726920" cy="864096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cs-CZ" sz="2400" b="0" i="0" u="none" strike="noStrike" cap="none" normalizeH="0" baseline="0" dirty="0" err="1">
              <a:ln>
                <a:solidFill>
                  <a:schemeClr val="accent6">
                    <a:lumMod val="50000"/>
                  </a:schemeClr>
                </a:solidFill>
              </a:ln>
              <a:solidFill>
                <a:schemeClr val="accent6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949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5FF9F-A7BD-6D33-DA4D-06E0A7961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8E341B-8E8E-A781-EEE4-5D4255B35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Praktické použití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B44E979-903C-D62C-7DE7-8F8BC7C4E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altLang="cs-CZ" sz="2800" dirty="0"/>
              <a:t>V počítačových sítích mohou být mosty identifikovány jako kritické spoje, které by u výpadku  rozdělil síť na nekomunikující části.</a:t>
            </a:r>
          </a:p>
          <a:p>
            <a:endParaRPr lang="cs-CZ" sz="2800" dirty="0"/>
          </a:p>
          <a:p>
            <a:r>
              <a:rPr lang="cs-CZ" dirty="0"/>
              <a:t>V dopravě mohou artikulační body představovat klíčové uzly, u kterých by jejich uzavření by narušilo propojení mezi regiony.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1E89AB47-CD6F-3C1D-BE31-C1B33351AF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dirty="0"/>
              <a:t>Název práce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041AC3C6-ECCF-85E3-BFC4-6D1551B8D1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39148-7006-41C4-ABC2-D2A9F4595A63}" type="slidenum">
              <a:rPr lang="en-US" altLang="cs-CZ" smtClean="0"/>
              <a:pPr/>
              <a:t>3</a:t>
            </a:fld>
            <a:endParaRPr lang="en-US" altLang="cs-CZ" dirty="0"/>
          </a:p>
        </p:txBody>
      </p:sp>
      <p:pic>
        <p:nvPicPr>
          <p:cNvPr id="2050" name="Picture 2" descr="1: (a) An undirected connected graph G, with articulation points and... |  Download Scientific Diagram">
            <a:extLst>
              <a:ext uri="{FF2B5EF4-FFF2-40B4-BE49-F238E27FC236}">
                <a16:creationId xmlns:a16="http://schemas.microsoft.com/office/drawing/2014/main" id="{F35C01FD-DA04-D7AC-69C6-F97D3B541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720" y="3253114"/>
            <a:ext cx="4771040" cy="2851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9089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AE15A-3398-DE4A-3001-414AB6998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8B946D-56E3-D000-CE38-84D28545F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Řešení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60456E98-F183-C3EB-D529-E682AD2BB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altLang="cs-CZ" sz="2800" dirty="0" err="1"/>
              <a:t>Tarjanův</a:t>
            </a:r>
            <a:r>
              <a:rPr lang="cs-CZ" altLang="cs-CZ" sz="2800" dirty="0"/>
              <a:t> algoritmus </a:t>
            </a:r>
            <a:r>
              <a:rPr lang="en-US" altLang="cs-CZ" sz="2800" dirty="0"/>
              <a:t>(</a:t>
            </a:r>
            <a:r>
              <a:rPr lang="cs-CZ" altLang="cs-CZ" sz="2800" dirty="0"/>
              <a:t>1972</a:t>
            </a:r>
            <a:r>
              <a:rPr lang="en-US" altLang="cs-CZ" sz="2800" dirty="0"/>
              <a:t>)</a:t>
            </a:r>
            <a:endParaRPr lang="cs-CZ" altLang="cs-CZ" sz="2800" dirty="0"/>
          </a:p>
          <a:p>
            <a:r>
              <a:rPr lang="cs-CZ" sz="2800" dirty="0"/>
              <a:t>Založen na DFS</a:t>
            </a:r>
          </a:p>
          <a:p>
            <a:r>
              <a:rPr lang="cs-CZ" sz="2800" dirty="0"/>
              <a:t> Algoritmus identifikuje tyto prvky pomocí konceptů doby objevení, minimálního dosažitelného času a počtu nezávislých dětí.</a:t>
            </a:r>
          </a:p>
          <a:p>
            <a:r>
              <a:rPr lang="cs-CZ" sz="2800" dirty="0"/>
              <a:t>Složitost </a:t>
            </a:r>
            <a:r>
              <a:rPr lang="en-US" sz="2800" dirty="0"/>
              <a:t>0(</a:t>
            </a:r>
            <a:r>
              <a:rPr lang="cs-CZ" sz="2800" dirty="0"/>
              <a:t> E + V</a:t>
            </a:r>
            <a:r>
              <a:rPr lang="en-US" sz="2800" dirty="0"/>
              <a:t>)</a:t>
            </a:r>
            <a:endParaRPr lang="cs-CZ" sz="2800" dirty="0"/>
          </a:p>
          <a:p>
            <a:endParaRPr lang="cs-CZ" sz="2800" dirty="0"/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AE42635-DC1F-0BC3-4C1A-C0CACC4C91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dirty="0"/>
              <a:t>Název práce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B52635A-BA04-FECB-D359-BBF95F8D23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39148-7006-41C4-ABC2-D2A9F4595A63}" type="slidenum">
              <a:rPr lang="en-US" altLang="cs-CZ" smtClean="0"/>
              <a:pPr/>
              <a:t>4</a:t>
            </a:fld>
            <a:endParaRPr lang="en-US" altLang="cs-CZ" dirty="0"/>
          </a:p>
        </p:txBody>
      </p:sp>
      <p:pic>
        <p:nvPicPr>
          <p:cNvPr id="1026" name="Picture 2" descr="Nepostradatelný most">
            <a:extLst>
              <a:ext uri="{FF2B5EF4-FFF2-40B4-BE49-F238E27FC236}">
                <a16:creationId xmlns:a16="http://schemas.microsoft.com/office/drawing/2014/main" id="{BF3FBA44-D32B-C265-BF6D-6AB6B4E7F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487" y="3861048"/>
            <a:ext cx="3629025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7940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B1B5E-1D96-044F-39B8-B720501A4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AFDCD7-E4A6-9730-111F-7EFC08EE9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Příklad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4AAC9932-3026-6224-C923-9163366BD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2400" dirty="0"/>
              <a:t>Webová aplikace </a:t>
            </a:r>
          </a:p>
          <a:p>
            <a:r>
              <a:rPr lang="cs-CZ" sz="2400" dirty="0"/>
              <a:t>Založená na cytoscape.js</a:t>
            </a:r>
          </a:p>
          <a:p>
            <a:endParaRPr lang="cs-CZ" dirty="0">
              <a:hlinkClick r:id="rId3" action="ppaction://hlinkfile"/>
            </a:endParaRPr>
          </a:p>
          <a:p>
            <a:r>
              <a:rPr lang="cs-CZ" dirty="0">
                <a:hlinkClick r:id="rId3" action="ppaction://hlinkfile"/>
              </a:rPr>
              <a:t>index</a:t>
            </a: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C65F079-B8AD-44BF-B936-E162DA3E4D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dirty="0"/>
              <a:t>Název práce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3D8FB4D-24CB-0EF4-8293-3BE62E8263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39148-7006-41C4-ABC2-D2A9F4595A63}" type="slidenum">
              <a:rPr lang="en-US" altLang="cs-CZ" smtClean="0"/>
              <a:pPr/>
              <a:t>5</a:t>
            </a:fld>
            <a:endParaRPr lang="en-US" altLang="cs-CZ" dirty="0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DA05A394-A1E1-09CF-76C8-E51BDDD35B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3568" y="1844824"/>
            <a:ext cx="8163031" cy="387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301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329DB-7AAC-4684-A272-6E6B91344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Děkuji za pozornost!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5909E4-C327-4A50-855C-5DB03E7644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Název práce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0EDF5-3428-4D9A-97E8-BBE46E2AE9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39148-7006-41C4-ABC2-D2A9F4595A63}" type="slidenum">
              <a:rPr lang="en-US" altLang="cs-CZ" smtClean="0"/>
              <a:pPr/>
              <a:t>6</a:t>
            </a:fld>
            <a:endParaRPr lang="en-US" altLang="cs-CZ"/>
          </a:p>
        </p:txBody>
      </p:sp>
      <p:pic>
        <p:nvPicPr>
          <p:cNvPr id="3" name="Picture 2" descr="Articulation Points (or Cut Vertices) in a Graph - GeeksforGeeks">
            <a:extLst>
              <a:ext uri="{FF2B5EF4-FFF2-40B4-BE49-F238E27FC236}">
                <a16:creationId xmlns:a16="http://schemas.microsoft.com/office/drawing/2014/main" id="{9DD90331-68B2-3A6C-2846-6DB07379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7" r="24582" b="-1"/>
          <a:stretch/>
        </p:blipFill>
        <p:spPr bwMode="auto">
          <a:xfrm>
            <a:off x="6896" y="2037332"/>
            <a:ext cx="5389033" cy="395128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7" name="Obdélník 6">
            <a:extLst>
              <a:ext uri="{FF2B5EF4-FFF2-40B4-BE49-F238E27FC236}">
                <a16:creationId xmlns:a16="http://schemas.microsoft.com/office/drawing/2014/main" id="{DA351209-C491-24B0-E413-EA18A3836C0E}"/>
              </a:ext>
            </a:extLst>
          </p:cNvPr>
          <p:cNvSpPr/>
          <p:nvPr/>
        </p:nvSpPr>
        <p:spPr bwMode="auto">
          <a:xfrm>
            <a:off x="4727847" y="1628800"/>
            <a:ext cx="1700329" cy="864096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cs-CZ" sz="2400" b="0" i="0" u="none" strike="noStrike" cap="none" normalizeH="0" baseline="0" dirty="0" err="1">
              <a:ln>
                <a:solidFill>
                  <a:schemeClr val="accent6">
                    <a:lumMod val="50000"/>
                  </a:schemeClr>
                </a:solidFill>
              </a:ln>
              <a:solidFill>
                <a:schemeClr val="accent6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2" descr="1: (a) An undirected connected graph G, with articulation points and... |  Download Scientific Diagram">
            <a:extLst>
              <a:ext uri="{FF2B5EF4-FFF2-40B4-BE49-F238E27FC236}">
                <a16:creationId xmlns:a16="http://schemas.microsoft.com/office/drawing/2014/main" id="{43939AC5-9D3D-F2C9-6E7D-9DEA9D199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096" y="3275311"/>
            <a:ext cx="4608512" cy="2754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8426C1FE-67D5-4C01-43D8-8EF5052B72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1784" y="794269"/>
            <a:ext cx="4868778" cy="231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281690"/>
      </p:ext>
    </p:extLst>
  </p:cSld>
  <p:clrMapOvr>
    <a:masterClrMapping/>
  </p:clrMapOvr>
</p:sld>
</file>

<file path=ppt/theme/theme1.xml><?xml version="1.0" encoding="utf-8"?>
<a:theme xmlns:a="http://schemas.openxmlformats.org/drawingml/2006/main" name="101021 FIT Calibri">
  <a:themeElements>
    <a:clrScheme name="a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a2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8575" cap="flat" cmpd="sng" algn="ctr">
          <a:solidFill>
            <a:schemeClr val="accent6">
              <a:lumMod val="7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R="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None/>
          <a:tabLst/>
          <a:defRPr kumimoji="0" sz="2400" b="0" i="0" u="none" strike="noStrike" cap="none" normalizeH="0" baseline="0" dirty="0" err="1" smtClean="0">
            <a:ln>
              <a:solidFill>
                <a:schemeClr val="accent6">
                  <a:lumMod val="50000"/>
                </a:schemeClr>
              </a:solidFill>
            </a:ln>
            <a:solidFill>
              <a:schemeClr val="accent6">
                <a:lumMod val="50000"/>
              </a:schemeClr>
            </a:solidFill>
            <a:effectLst/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defRPr>
        </a:defPPr>
      </a:lstStyle>
    </a:spDef>
    <a:lnDef>
      <a:spPr bwMode="auto">
        <a:noFill/>
        <a:ln w="38100" cap="flat" cmpd="sng" algn="ctr">
          <a:solidFill>
            <a:schemeClr val="accent6">
              <a:lumMod val="7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 algn="l">
          <a:buNone/>
          <a:defRPr sz="2600" b="0" dirty="0" err="1" smtClean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>
    <a:extraClrScheme>
      <a:clrScheme name="a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IT slides 16×9" id="{B590956F-A7F1-43E2-93A5-5BD167D239B1}" vid="{8AE2544D-ADF6-4D5E-BE2A-707A22119D64}"/>
    </a:ext>
  </a:extLst>
</a:theme>
</file>

<file path=ppt/theme/theme2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FIT slides</Template>
  <TotalTime>121</TotalTime>
  <Words>155</Words>
  <Application>Microsoft Office PowerPoint</Application>
  <PresentationFormat>Širokoúhlá obrazovka</PresentationFormat>
  <Paragraphs>39</Paragraphs>
  <Slides>6</Slides>
  <Notes>4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11" baseType="lpstr">
      <vt:lpstr>Arial</vt:lpstr>
      <vt:lpstr>Calibri</vt:lpstr>
      <vt:lpstr>Century Gothic</vt:lpstr>
      <vt:lpstr>Tahoma</vt:lpstr>
      <vt:lpstr>101021 FIT Calibri</vt:lpstr>
      <vt:lpstr>Demonstrace   artikulačních bodů a mostů</vt:lpstr>
      <vt:lpstr>Význam</vt:lpstr>
      <vt:lpstr>Praktické použití</vt:lpstr>
      <vt:lpstr>Řešení</vt:lpstr>
      <vt:lpstr>Příklad</vt:lpstr>
      <vt:lpstr>Děkuji za pozornost!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Jirka Šotola</dc:creator>
  <cp:lastModifiedBy>Jirka Šotola</cp:lastModifiedBy>
  <cp:revision>6</cp:revision>
  <dcterms:created xsi:type="dcterms:W3CDTF">2024-12-13T04:06:32Z</dcterms:created>
  <dcterms:modified xsi:type="dcterms:W3CDTF">2024-12-13T09:19:22Z</dcterms:modified>
</cp:coreProperties>
</file>