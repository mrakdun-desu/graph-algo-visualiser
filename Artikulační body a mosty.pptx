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649" r:id="rId1"/>
  </p:sldMasterIdLst>
  <p:notesMasterIdLst>
    <p:notesMasterId r:id="rId8"/>
  </p:notesMasterIdLst>
  <p:handoutMasterIdLst>
    <p:handoutMasterId r:id="rId9"/>
  </p:handoutMasterIdLst>
  <p:sldIdLst>
    <p:sldId id="256" r:id="rId2"/>
    <p:sldId id="258" r:id="rId3"/>
    <p:sldId id="261" r:id="rId4"/>
    <p:sldId id="262" r:id="rId5"/>
    <p:sldId id="260" r:id="rId6"/>
    <p:sldId id="259" r:id="rId7"/>
  </p:sldIdLst>
  <p:sldSz cx="12192000" cy="6858000"/>
  <p:notesSz cx="6858000" cy="91440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har char="•"/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1pPr>
    <a:lvl2pPr marL="457200" algn="l" rtl="0" fontAlgn="base">
      <a:spcBef>
        <a:spcPct val="20000"/>
      </a:spcBef>
      <a:spcAft>
        <a:spcPct val="0"/>
      </a:spcAft>
      <a:buChar char="•"/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2pPr>
    <a:lvl3pPr marL="914400" algn="l" rtl="0" fontAlgn="base">
      <a:spcBef>
        <a:spcPct val="20000"/>
      </a:spcBef>
      <a:spcAft>
        <a:spcPct val="0"/>
      </a:spcAft>
      <a:buChar char="•"/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3pPr>
    <a:lvl4pPr marL="1371600" algn="l" rtl="0" fontAlgn="base">
      <a:spcBef>
        <a:spcPct val="20000"/>
      </a:spcBef>
      <a:spcAft>
        <a:spcPct val="0"/>
      </a:spcAft>
      <a:buChar char="•"/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4pPr>
    <a:lvl5pPr marL="1828800" algn="l" rtl="0" fontAlgn="base">
      <a:spcBef>
        <a:spcPct val="20000"/>
      </a:spcBef>
      <a:spcAft>
        <a:spcPct val="0"/>
      </a:spcAft>
      <a:buChar char="•"/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6pPr>
    <a:lvl7pPr marL="2743200" algn="l" defTabSz="914400" rtl="0" eaLnBrk="1" latinLnBrk="0" hangingPunct="1"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7pPr>
    <a:lvl8pPr marL="3200400" algn="l" defTabSz="914400" rtl="0" eaLnBrk="1" latinLnBrk="0" hangingPunct="1"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8pPr>
    <a:lvl9pPr marL="3657600" algn="l" defTabSz="914400" rtl="0" eaLnBrk="1" latinLnBrk="0" hangingPunct="1"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A9E0"/>
    <a:srgbClr val="4D4D4D"/>
    <a:srgbClr val="FE000C"/>
    <a:srgbClr val="B9000C"/>
    <a:srgbClr val="1B85B9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8" autoAdjust="0"/>
    <p:restoredTop sz="94704" autoAdjust="0"/>
  </p:normalViewPr>
  <p:slideViewPr>
    <p:cSldViewPr showGuides="1">
      <p:cViewPr>
        <p:scale>
          <a:sx n="76" d="100"/>
          <a:sy n="76" d="100"/>
        </p:scale>
        <p:origin x="126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105" d="100"/>
          <a:sy n="105" d="100"/>
        </p:scale>
        <p:origin x="3276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163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163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fld id="{5CF3FF1D-F075-41F6-B290-07919A4348D8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5678203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584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noProof="0"/>
              <a:t>Klepnutím lze upravit styly předlohy textu.</a:t>
            </a:r>
          </a:p>
          <a:p>
            <a:pPr lvl="1"/>
            <a:r>
              <a:rPr lang="cs-CZ" noProof="0"/>
              <a:t>Druhá úroveň</a:t>
            </a:r>
          </a:p>
          <a:p>
            <a:pPr lvl="2"/>
            <a:r>
              <a:rPr lang="cs-CZ" noProof="0"/>
              <a:t>Třetí úroveň</a:t>
            </a:r>
          </a:p>
          <a:p>
            <a:pPr lvl="3"/>
            <a:r>
              <a:rPr lang="cs-CZ" noProof="0"/>
              <a:t>Čtvrtá úroveň</a:t>
            </a:r>
          </a:p>
          <a:p>
            <a:pPr lvl="4"/>
            <a:r>
              <a:rPr lang="cs-CZ" noProof="0"/>
              <a:t>Pátá úroveň</a:t>
            </a:r>
          </a:p>
        </p:txBody>
      </p:sp>
      <p:sp>
        <p:nvSpPr>
          <p:cNvPr id="3584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3584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fld id="{511FA9D6-BDC7-4110-B055-029A3A5CC98B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61504322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entury Gothic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entury Gothic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entury Gothic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entury Gothic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entury Gothic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FA9D6-BDC7-4110-B055-029A3A5CC98B}" type="slidenum">
              <a:rPr lang="cs-CZ" altLang="cs-CZ" smtClean="0"/>
              <a:pPr/>
              <a:t>2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8997562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ADAE2-07AB-0BC5-8EBC-6B9A508EF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4A4540E4-DD40-567A-6E2D-BB1B27CA6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96F0F071-0C27-6C0A-2090-760C97C9F6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9DDE014E-6A81-3D88-1441-0D56A6578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FA9D6-BDC7-4110-B055-029A3A5CC98B}" type="slidenum">
              <a:rPr lang="cs-CZ" altLang="cs-CZ" smtClean="0"/>
              <a:pPr/>
              <a:t>3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41821683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99D1E-F310-B333-27ED-7ABA612F0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4FFE847B-2A10-7C36-3CF6-8001BBD51A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6AAFEDC3-409D-85DF-543F-E6A3C19B38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1664195D-190D-6CF6-E843-2D26CC45CD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FA9D6-BDC7-4110-B055-029A3A5CC98B}" type="slidenum">
              <a:rPr lang="cs-CZ" altLang="cs-CZ" smtClean="0"/>
              <a:pPr/>
              <a:t>4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27989251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12F8A-8E8F-AED8-989B-54590457D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48759C62-7B2B-AE82-01A3-1DD3F5698C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CC647588-5BCB-A061-7827-2AA8E8C80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51DDA67-57C0-F538-F9A6-39CF87D305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FA9D6-BDC7-4110-B055-029A3A5CC98B}" type="slidenum">
              <a:rPr lang="cs-CZ" altLang="cs-CZ" smtClean="0"/>
              <a:pPr/>
              <a:t>5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33551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Obrázek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7719" y="5157192"/>
            <a:ext cx="4182937" cy="861868"/>
          </a:xfrm>
          <a:prstGeom prst="rect">
            <a:avLst/>
          </a:prstGeom>
        </p:spPr>
      </p:pic>
      <p:sp>
        <p:nvSpPr>
          <p:cNvPr id="4" name="Rectangle 12"/>
          <p:cNvSpPr>
            <a:spLocks noChangeArrowheads="1"/>
          </p:cNvSpPr>
          <p:nvPr/>
        </p:nvSpPr>
        <p:spPr bwMode="auto">
          <a:xfrm>
            <a:off x="10824676" y="6530975"/>
            <a:ext cx="65617" cy="2873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cs-CZ" sz="2400"/>
          </a:p>
        </p:txBody>
      </p:sp>
      <p:sp>
        <p:nvSpPr>
          <p:cNvPr id="5" name="Rectangle 20"/>
          <p:cNvSpPr>
            <a:spLocks noChangeArrowheads="1"/>
          </p:cNvSpPr>
          <p:nvPr/>
        </p:nvSpPr>
        <p:spPr bwMode="auto">
          <a:xfrm>
            <a:off x="-6086" y="-26640"/>
            <a:ext cx="12198085" cy="3598863"/>
          </a:xfrm>
          <a:prstGeom prst="rect">
            <a:avLst/>
          </a:prstGeom>
          <a:solidFill>
            <a:srgbClr val="00A9E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cs-CZ" sz="2400">
              <a:effectLst>
                <a:reflection endPos="65000" dist="50800" dir="5400000" sy="-100000" algn="bl" rotWithShape="0"/>
              </a:effectLst>
            </a:endParaRPr>
          </a:p>
        </p:txBody>
      </p:sp>
      <p:sp>
        <p:nvSpPr>
          <p:cNvPr id="6" name="Rectangle 21"/>
          <p:cNvSpPr>
            <a:spLocks noChangeArrowheads="1"/>
          </p:cNvSpPr>
          <p:nvPr/>
        </p:nvSpPr>
        <p:spPr bwMode="auto">
          <a:xfrm>
            <a:off x="10841609" y="6530975"/>
            <a:ext cx="48684" cy="2873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cs-CZ" sz="2400"/>
          </a:p>
        </p:txBody>
      </p:sp>
      <p:sp>
        <p:nvSpPr>
          <p:cNvPr id="8" name="Rectangle 26"/>
          <p:cNvSpPr>
            <a:spLocks noChangeArrowheads="1"/>
          </p:cNvSpPr>
          <p:nvPr/>
        </p:nvSpPr>
        <p:spPr bwMode="auto">
          <a:xfrm>
            <a:off x="10841609" y="6530975"/>
            <a:ext cx="48684" cy="2873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cs-CZ" sz="2400"/>
          </a:p>
        </p:txBody>
      </p:sp>
      <p:sp>
        <p:nvSpPr>
          <p:cNvPr id="240646" name="Rectangle 6"/>
          <p:cNvSpPr>
            <a:spLocks noGrp="1" noChangeArrowheads="1"/>
          </p:cNvSpPr>
          <p:nvPr>
            <p:ph type="subTitle" idx="1"/>
          </p:nvPr>
        </p:nvSpPr>
        <p:spPr>
          <a:xfrm>
            <a:off x="0" y="3621088"/>
            <a:ext cx="7464152" cy="1032048"/>
          </a:xfrm>
        </p:spPr>
        <p:txBody>
          <a:bodyPr/>
          <a:lstStyle>
            <a:lvl1pPr marL="0" indent="0" algn="r">
              <a:buFontTx/>
              <a:buNone/>
              <a:defRPr sz="2000"/>
            </a:lvl1pPr>
          </a:lstStyle>
          <a:p>
            <a:r>
              <a:rPr lang="cs-CZ"/>
              <a:t>Kliknutím můžete upravit styl předlohy.</a:t>
            </a:r>
            <a:endParaRPr lang="cs-CZ" dirty="0"/>
          </a:p>
        </p:txBody>
      </p:sp>
      <p:sp>
        <p:nvSpPr>
          <p:cNvPr id="240645" name="Rectangle 5"/>
          <p:cNvSpPr>
            <a:spLocks noGrp="1" noChangeArrowheads="1"/>
          </p:cNvSpPr>
          <p:nvPr>
            <p:ph type="ctrTitle"/>
          </p:nvPr>
        </p:nvSpPr>
        <p:spPr>
          <a:xfrm>
            <a:off x="0" y="1958976"/>
            <a:ext cx="7464152" cy="1254125"/>
          </a:xfrm>
        </p:spPr>
        <p:txBody>
          <a:bodyPr/>
          <a:lstStyle>
            <a:lvl1pPr algn="r">
              <a:defRPr sz="3200" b="0">
                <a:solidFill>
                  <a:schemeClr val="bg1"/>
                </a:solidFill>
              </a:defRPr>
            </a:lvl1pPr>
          </a:lstStyle>
          <a:p>
            <a:r>
              <a:rPr lang="cs-CZ"/>
              <a:t>Kliknutím lze upravit styl.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738600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cs-CZ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Název práce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10896600" y="6524626"/>
            <a:ext cx="1102784" cy="3333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7C839148-7006-41C4-ABC2-D2A9F4595A63}" type="slidenum">
              <a:rPr lang="en-US" altLang="cs-CZ" smtClean="0"/>
              <a:pPr/>
              <a:t>‹#›</a:t>
            </a:fld>
            <a:endParaRPr lang="en-US" altLang="cs-CZ" dirty="0"/>
          </a:p>
        </p:txBody>
      </p:sp>
    </p:spTree>
    <p:extLst>
      <p:ext uri="{BB962C8B-B14F-4D97-AF65-F5344CB8AC3E}">
        <p14:creationId xmlns:p14="http://schemas.microsoft.com/office/powerpoint/2010/main" val="3198505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Název práce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10896600" y="6524626"/>
            <a:ext cx="1102784" cy="3333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89FEAC19-CD6C-4528-B09F-367B3931C207}" type="slidenum">
              <a:rPr lang="en-US" altLang="cs-CZ"/>
              <a:pPr/>
              <a:t>‹#›</a:t>
            </a:fld>
            <a:endParaRPr lang="en-US" altLang="cs-CZ"/>
          </a:p>
        </p:txBody>
      </p:sp>
      <p:sp>
        <p:nvSpPr>
          <p:cNvPr id="7" name="Obdélník 6"/>
          <p:cNvSpPr/>
          <p:nvPr userDrawn="1"/>
        </p:nvSpPr>
        <p:spPr bwMode="auto">
          <a:xfrm>
            <a:off x="0" y="0"/>
            <a:ext cx="12192000" cy="54868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342900" marR="0" indent="-3429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cs-CZ" sz="2400" b="1" i="0" u="none" strike="noStrike" cap="none" normalizeH="0" baseline="0">
              <a:ln>
                <a:noFill/>
              </a:ln>
              <a:solidFill>
                <a:srgbClr val="B9000C"/>
              </a:solidFill>
              <a:effectLst/>
              <a:latin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1096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31800" y="765175"/>
            <a:ext cx="5657851" cy="53308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6292851" y="765175"/>
            <a:ext cx="5659967" cy="53308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Název práce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10896600" y="6524626"/>
            <a:ext cx="1102784" cy="3333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E94AC346-A157-4EF4-A06B-3AB421B38C20}" type="slidenum">
              <a:rPr lang="en-US" altLang="cs-CZ"/>
              <a:pPr/>
              <a:t>‹#›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2687287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cs-CZ" dirty="0"/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Název práce</a:t>
            </a:r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10896600" y="6524626"/>
            <a:ext cx="1102784" cy="3333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4944FB18-8EAF-4DED-A64D-DB11D411D2B0}" type="slidenum">
              <a:rPr lang="en-US" altLang="cs-CZ"/>
              <a:pPr/>
              <a:t>‹#›</a:t>
            </a:fld>
            <a:endParaRPr lang="en-US" altLang="cs-CZ"/>
          </a:p>
        </p:txBody>
      </p:sp>
      <p:sp>
        <p:nvSpPr>
          <p:cNvPr id="9" name="Nadpis 1"/>
          <p:cNvSpPr>
            <a:spLocks noGrp="1"/>
          </p:cNvSpPr>
          <p:nvPr>
            <p:ph type="title"/>
          </p:nvPr>
        </p:nvSpPr>
        <p:spPr>
          <a:xfrm>
            <a:off x="431801" y="-100013"/>
            <a:ext cx="10265833" cy="720726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</p:spTree>
    <p:extLst>
      <p:ext uri="{BB962C8B-B14F-4D97-AF65-F5344CB8AC3E}">
        <p14:creationId xmlns:p14="http://schemas.microsoft.com/office/powerpoint/2010/main" val="3088370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31801" y="-100013"/>
            <a:ext cx="10265833" cy="7207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lv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Název práce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10896600" y="6524626"/>
            <a:ext cx="1102784" cy="3333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73D9E105-8003-4962-AFA0-54D4ABFA0C7D}" type="slidenum">
              <a:rPr lang="en-US" altLang="cs-CZ"/>
              <a:pPr/>
              <a:t>‹#›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93127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7" name="Rectangle 15"/>
          <p:cNvSpPr>
            <a:spLocks noChangeArrowheads="1"/>
          </p:cNvSpPr>
          <p:nvPr/>
        </p:nvSpPr>
        <p:spPr bwMode="auto">
          <a:xfrm>
            <a:off x="0" y="6497638"/>
            <a:ext cx="12192000" cy="360362"/>
          </a:xfrm>
          <a:prstGeom prst="rect">
            <a:avLst/>
          </a:prstGeom>
          <a:solidFill>
            <a:srgbClr val="00A9E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cs-CZ" sz="2400"/>
          </a:p>
        </p:txBody>
      </p:sp>
      <p:grpSp>
        <p:nvGrpSpPr>
          <p:cNvPr id="3" name="Skupina 2"/>
          <p:cNvGrpSpPr/>
          <p:nvPr userDrawn="1"/>
        </p:nvGrpSpPr>
        <p:grpSpPr>
          <a:xfrm>
            <a:off x="0" y="1"/>
            <a:ext cx="12192000" cy="547688"/>
            <a:chOff x="0" y="1"/>
            <a:chExt cx="12192000" cy="547688"/>
          </a:xfrm>
        </p:grpSpPr>
        <p:sp>
          <p:nvSpPr>
            <p:cNvPr id="18466" name="Rectangle 34"/>
            <p:cNvSpPr>
              <a:spLocks noChangeArrowheads="1"/>
            </p:cNvSpPr>
            <p:nvPr/>
          </p:nvSpPr>
          <p:spPr bwMode="auto">
            <a:xfrm>
              <a:off x="0" y="512764"/>
              <a:ext cx="12192000" cy="34925"/>
            </a:xfrm>
            <a:prstGeom prst="rect">
              <a:avLst/>
            </a:prstGeom>
            <a:solidFill>
              <a:schemeClr val="tx1">
                <a:alpha val="10001"/>
              </a:schemeClr>
            </a:solidFill>
            <a:ln w="9525" cmpd="thinThick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cs-CZ" sz="2400"/>
            </a:p>
          </p:txBody>
        </p:sp>
        <p:sp>
          <p:nvSpPr>
            <p:cNvPr id="18443" name="Rectangle 11"/>
            <p:cNvSpPr>
              <a:spLocks noChangeArrowheads="1"/>
            </p:cNvSpPr>
            <p:nvPr/>
          </p:nvSpPr>
          <p:spPr bwMode="auto">
            <a:xfrm>
              <a:off x="0" y="1"/>
              <a:ext cx="12192000" cy="512763"/>
            </a:xfrm>
            <a:prstGeom prst="rect">
              <a:avLst/>
            </a:prstGeom>
            <a:solidFill>
              <a:schemeClr val="tx1">
                <a:alpha val="10001"/>
              </a:schemeClr>
            </a:solidFill>
            <a:ln w="9525" cmpd="thinThick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cs-CZ" sz="2400"/>
            </a:p>
          </p:txBody>
        </p:sp>
      </p:grpSp>
      <p:sp>
        <p:nvSpPr>
          <p:cNvPr id="1029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31801" y="-100013"/>
            <a:ext cx="10265833" cy="7207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cs-CZ" dirty="0" err="1"/>
              <a:t>Klepnutím</a:t>
            </a:r>
            <a:r>
              <a:rPr lang="en-US" altLang="cs-CZ" dirty="0"/>
              <a:t> </a:t>
            </a:r>
            <a:r>
              <a:rPr lang="en-US" altLang="cs-CZ" dirty="0" err="1"/>
              <a:t>lze</a:t>
            </a:r>
            <a:r>
              <a:rPr lang="en-US" altLang="cs-CZ" dirty="0"/>
              <a:t> </a:t>
            </a:r>
            <a:r>
              <a:rPr lang="en-US" altLang="cs-CZ" dirty="0" err="1"/>
              <a:t>upravit</a:t>
            </a:r>
            <a:r>
              <a:rPr lang="en-US" altLang="cs-CZ" dirty="0"/>
              <a:t> </a:t>
            </a:r>
            <a:r>
              <a:rPr lang="en-US" altLang="cs-CZ" dirty="0" err="1"/>
              <a:t>styl</a:t>
            </a:r>
            <a:r>
              <a:rPr lang="en-US" altLang="cs-CZ" dirty="0"/>
              <a:t> </a:t>
            </a:r>
            <a:r>
              <a:rPr lang="en-US" altLang="cs-CZ" dirty="0" err="1"/>
              <a:t>předlohy</a:t>
            </a:r>
            <a:r>
              <a:rPr lang="en-US" altLang="cs-CZ" dirty="0"/>
              <a:t> </a:t>
            </a:r>
            <a:r>
              <a:rPr lang="en-US" altLang="cs-CZ" dirty="0" err="1"/>
              <a:t>nadpisů</a:t>
            </a:r>
            <a:r>
              <a:rPr lang="en-US" altLang="cs-CZ" dirty="0"/>
              <a:t>.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1801" y="765175"/>
            <a:ext cx="11521017" cy="5330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cs-CZ" dirty="0" err="1"/>
              <a:t>Klepnutím</a:t>
            </a:r>
            <a:r>
              <a:rPr lang="en-US" altLang="cs-CZ" dirty="0"/>
              <a:t> </a:t>
            </a:r>
            <a:r>
              <a:rPr lang="en-US" altLang="cs-CZ" dirty="0" err="1"/>
              <a:t>lze</a:t>
            </a:r>
            <a:r>
              <a:rPr lang="en-US" altLang="cs-CZ" dirty="0"/>
              <a:t> </a:t>
            </a:r>
            <a:r>
              <a:rPr lang="en-US" altLang="cs-CZ" dirty="0" err="1"/>
              <a:t>upravit</a:t>
            </a:r>
            <a:r>
              <a:rPr lang="en-US" altLang="cs-CZ" dirty="0"/>
              <a:t> </a:t>
            </a:r>
            <a:r>
              <a:rPr lang="en-US" altLang="cs-CZ" dirty="0" err="1"/>
              <a:t>styly</a:t>
            </a:r>
            <a:r>
              <a:rPr lang="en-US" altLang="cs-CZ" dirty="0"/>
              <a:t> </a:t>
            </a:r>
            <a:r>
              <a:rPr lang="en-US" altLang="cs-CZ" dirty="0" err="1"/>
              <a:t>předlohy</a:t>
            </a:r>
            <a:r>
              <a:rPr lang="en-US" altLang="cs-CZ" dirty="0"/>
              <a:t> </a:t>
            </a:r>
            <a:r>
              <a:rPr lang="en-US" altLang="cs-CZ" dirty="0" err="1"/>
              <a:t>textu</a:t>
            </a:r>
            <a:r>
              <a:rPr lang="en-US" altLang="cs-CZ" dirty="0"/>
              <a:t>.</a:t>
            </a:r>
          </a:p>
          <a:p>
            <a:pPr lvl="1"/>
            <a:r>
              <a:rPr lang="en-US" altLang="cs-CZ" dirty="0" err="1"/>
              <a:t>Druhá</a:t>
            </a:r>
            <a:r>
              <a:rPr lang="en-US" altLang="cs-CZ" dirty="0"/>
              <a:t> </a:t>
            </a:r>
            <a:r>
              <a:rPr lang="en-US" altLang="cs-CZ" dirty="0" err="1"/>
              <a:t>úroveň</a:t>
            </a:r>
            <a:endParaRPr lang="en-US" altLang="cs-CZ" dirty="0"/>
          </a:p>
          <a:p>
            <a:pPr lvl="2"/>
            <a:r>
              <a:rPr lang="en-US" altLang="cs-CZ" dirty="0" err="1"/>
              <a:t>Třetí</a:t>
            </a:r>
            <a:r>
              <a:rPr lang="en-US" altLang="cs-CZ" dirty="0"/>
              <a:t> </a:t>
            </a:r>
            <a:r>
              <a:rPr lang="en-US" altLang="cs-CZ" dirty="0" err="1"/>
              <a:t>úroveň</a:t>
            </a:r>
            <a:endParaRPr lang="en-US" altLang="cs-CZ" dirty="0"/>
          </a:p>
          <a:p>
            <a:pPr lvl="3"/>
            <a:r>
              <a:rPr lang="en-US" altLang="cs-CZ" dirty="0" err="1"/>
              <a:t>Čtvrtá</a:t>
            </a:r>
            <a:r>
              <a:rPr lang="en-US" altLang="cs-CZ" dirty="0"/>
              <a:t> </a:t>
            </a:r>
            <a:r>
              <a:rPr lang="en-US" altLang="cs-CZ" dirty="0" err="1"/>
              <a:t>úroveň</a:t>
            </a:r>
            <a:endParaRPr lang="en-US" altLang="cs-CZ" dirty="0"/>
          </a:p>
          <a:p>
            <a:pPr lvl="4"/>
            <a:r>
              <a:rPr lang="en-US" altLang="cs-CZ" dirty="0" err="1"/>
              <a:t>Pátá</a:t>
            </a:r>
            <a:r>
              <a:rPr lang="en-US" altLang="cs-CZ" dirty="0"/>
              <a:t> </a:t>
            </a:r>
            <a:r>
              <a:rPr lang="en-US" altLang="cs-CZ" dirty="0" err="1"/>
              <a:t>úroveň</a:t>
            </a:r>
            <a:endParaRPr lang="en-US" altLang="cs-CZ" dirty="0"/>
          </a:p>
        </p:txBody>
      </p:sp>
      <p:sp>
        <p:nvSpPr>
          <p:cNvPr id="18437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3933" y="6524626"/>
            <a:ext cx="10464800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FontTx/>
              <a:buNone/>
              <a:defRPr sz="1400" b="0">
                <a:solidFill>
                  <a:schemeClr val="bg1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>
              <a:defRPr/>
            </a:pPr>
            <a:r>
              <a:rPr lang="en-US"/>
              <a:t>Název práce</a:t>
            </a:r>
          </a:p>
        </p:txBody>
      </p:sp>
      <p:sp>
        <p:nvSpPr>
          <p:cNvPr id="18446" name="Rectangle 14"/>
          <p:cNvSpPr>
            <a:spLocks noChangeArrowheads="1"/>
          </p:cNvSpPr>
          <p:nvPr/>
        </p:nvSpPr>
        <p:spPr bwMode="auto">
          <a:xfrm>
            <a:off x="287867" y="115889"/>
            <a:ext cx="63500" cy="288925"/>
          </a:xfrm>
          <a:prstGeom prst="rect">
            <a:avLst/>
          </a:prstGeom>
          <a:solidFill>
            <a:srgbClr val="FE000C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spcBef>
                <a:spcPct val="0"/>
              </a:spcBef>
              <a:buFontTx/>
              <a:buNone/>
              <a:defRPr/>
            </a:pPr>
            <a:endParaRPr lang="cs-CZ" sz="2400" b="0">
              <a:solidFill>
                <a:schemeClr val="tx1"/>
              </a:solidFill>
              <a:latin typeface="Century Gothic" pitchFamily="34" charset="0"/>
            </a:endParaRP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10752668" y="6530975"/>
            <a:ext cx="65617" cy="2873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cs-CZ" sz="2400"/>
          </a:p>
        </p:txBody>
      </p:sp>
      <p:pic>
        <p:nvPicPr>
          <p:cNvPr id="2" name="Obrázek 1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6746" y="44624"/>
            <a:ext cx="1085918" cy="434947"/>
          </a:xfrm>
          <a:prstGeom prst="rect">
            <a:avLst/>
          </a:prstGeom>
        </p:spPr>
      </p:pic>
      <p:sp>
        <p:nvSpPr>
          <p:cNvPr id="13" name="Rectangle 14"/>
          <p:cNvSpPr>
            <a:spLocks noChangeArrowheads="1"/>
          </p:cNvSpPr>
          <p:nvPr userDrawn="1"/>
        </p:nvSpPr>
        <p:spPr bwMode="auto">
          <a:xfrm>
            <a:off x="10777335" y="116632"/>
            <a:ext cx="63500" cy="288925"/>
          </a:xfrm>
          <a:prstGeom prst="rect">
            <a:avLst/>
          </a:prstGeom>
          <a:solidFill>
            <a:srgbClr val="00A9E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spcBef>
                <a:spcPct val="0"/>
              </a:spcBef>
              <a:buFontTx/>
              <a:buNone/>
              <a:defRPr/>
            </a:pPr>
            <a:endParaRPr lang="cs-CZ" sz="2400" b="0">
              <a:solidFill>
                <a:schemeClr val="tx1"/>
              </a:solidFill>
              <a:latin typeface="Century Gothic" pitchFamily="34" charset="0"/>
            </a:endParaRPr>
          </a:p>
        </p:txBody>
      </p:sp>
      <p:sp>
        <p:nvSpPr>
          <p:cNvPr id="16" name="Rectangle 6">
            <a:extLst>
              <a:ext uri="{FF2B5EF4-FFF2-40B4-BE49-F238E27FC236}">
                <a16:creationId xmlns:a16="http://schemas.microsoft.com/office/drawing/2014/main" id="{EF3E640F-7A27-4845-81D2-CD57137456FD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896600" y="6524626"/>
            <a:ext cx="1102784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buFontTx/>
              <a:buNone/>
              <a:defRPr sz="1400" b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89CB1D-D8FD-4B5B-916F-DD5C38307548}" type="slidenum">
              <a:rPr lang="en-US" altLang="cs-CZ" smtClean="0"/>
              <a:pPr/>
              <a:t>‹#›</a:t>
            </a:fld>
            <a:endParaRPr lang="en-US" altLang="cs-CZ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02" r:id="rId2"/>
    <p:sldLayoutId id="2147483703" r:id="rId3"/>
    <p:sldLayoutId id="2147483704" r:id="rId4"/>
    <p:sldLayoutId id="2147483705" r:id="rId5"/>
    <p:sldLayoutId id="2147483707" r:id="rId6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00A9E0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Tahom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Tahom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Tahom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Tahom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2600">
          <a:solidFill>
            <a:schemeClr val="tx1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200">
          <a:solidFill>
            <a:schemeClr val="tx1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1600">
          <a:solidFill>
            <a:schemeClr val="tx1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index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79376" y="1988840"/>
            <a:ext cx="7928506" cy="1254125"/>
          </a:xfrm>
        </p:spPr>
        <p:txBody>
          <a:bodyPr/>
          <a:lstStyle/>
          <a:p>
            <a:r>
              <a:rPr lang="cs-CZ" altLang="cs-CZ" sz="4400" dirty="0"/>
              <a:t>Artikulační body a mosty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79376" y="3694113"/>
            <a:ext cx="7921674" cy="455612"/>
          </a:xfrm>
        </p:spPr>
        <p:txBody>
          <a:bodyPr/>
          <a:lstStyle/>
          <a:p>
            <a:r>
              <a:rPr lang="cs-CZ" altLang="cs-CZ" sz="2800" dirty="0"/>
              <a:t>Jiří Šotola (xsotol02)</a:t>
            </a:r>
            <a:r>
              <a:rPr lang="cs-CZ" altLang="cs-CZ" sz="2800"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r>
              <a:rPr lang="cs-CZ" altLang="cs-CZ" sz="2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Marek Dančo (xdanco00)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Text Placeholder 1">
            <a:extLst>
              <a:ext uri="{FF2B5EF4-FFF2-40B4-BE49-F238E27FC236}">
                <a16:creationId xmlns:a16="http://schemas.microsoft.com/office/drawing/2014/main" id="{F13C898B-0AE5-B2E0-E36C-0E18750E1D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 wrap="square" anchor="t">
            <a:normAutofit/>
          </a:bodyPr>
          <a:lstStyle/>
          <a:p>
            <a:r>
              <a:rPr lang="cs-CZ" altLang="cs-CZ"/>
              <a:t>Artikulační body </a:t>
            </a:r>
          </a:p>
          <a:p>
            <a:pPr lvl="1"/>
            <a:r>
              <a:rPr lang="cs-CZ" altLang="cs-CZ" sz="2400"/>
              <a:t>takový vrchol, který při odstranění způsobí, že graf přestane být souvislý</a:t>
            </a:r>
          </a:p>
          <a:p>
            <a:pPr lvl="1"/>
            <a:endParaRPr lang="cs-CZ" altLang="cs-CZ" sz="2400"/>
          </a:p>
          <a:p>
            <a:endParaRPr lang="cs-CZ" altLang="cs-CZ"/>
          </a:p>
          <a:p>
            <a:r>
              <a:rPr lang="cs-CZ" altLang="cs-CZ"/>
              <a:t>Mosty</a:t>
            </a:r>
          </a:p>
          <a:p>
            <a:pPr lvl="1"/>
            <a:r>
              <a:rPr lang="cs-CZ" sz="2400"/>
              <a:t>hrana, která při odstranění rozdělí graf na více komponent</a:t>
            </a:r>
          </a:p>
        </p:txBody>
      </p:sp>
      <p:sp>
        <p:nvSpPr>
          <p:cNvPr id="1033" name="Text Placeholder 3">
            <a:extLst>
              <a:ext uri="{FF2B5EF4-FFF2-40B4-BE49-F238E27FC236}">
                <a16:creationId xmlns:a16="http://schemas.microsoft.com/office/drawing/2014/main" id="{2A8C637D-5196-5BF5-B4E9-564BF369EF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/>
          <a:lstStyle/>
          <a:p>
            <a:endParaRPr lang="en-US"/>
          </a:p>
        </p:txBody>
      </p:sp>
      <p:pic>
        <p:nvPicPr>
          <p:cNvPr id="1026" name="Picture 2" descr="Articulation Points (or Cut Vertices) in a Graph - GeeksforGeeks">
            <a:extLst>
              <a:ext uri="{FF2B5EF4-FFF2-40B4-BE49-F238E27FC236}">
                <a16:creationId xmlns:a16="http://schemas.microsoft.com/office/drawing/2014/main" id="{878736D6-86B2-E736-0574-02FD12E1B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7" r="24582" b="-1"/>
          <a:stretch/>
        </p:blipFill>
        <p:spPr bwMode="auto">
          <a:xfrm>
            <a:off x="6193368" y="2174875"/>
            <a:ext cx="5389033" cy="3951288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ástupný symbol pro zápatí 3"/>
          <p:cNvSpPr>
            <a:spLocks noGrp="1"/>
          </p:cNvSpPr>
          <p:nvPr>
            <p:ph type="ftr" sz="quarter" idx="10"/>
          </p:nvPr>
        </p:nvSpPr>
        <p:spPr>
          <a:xfrm>
            <a:off x="143933" y="6524626"/>
            <a:ext cx="10464800" cy="333375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r>
              <a:rPr lang="cs-CZ" dirty="0"/>
              <a:t>Název práce</a:t>
            </a:r>
            <a:endParaRPr lang="cs-CZ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1"/>
          </p:nvPr>
        </p:nvSpPr>
        <p:spPr>
          <a:xfrm>
            <a:off x="10896600" y="6524626"/>
            <a:ext cx="1102784" cy="333375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</a:pPr>
            <a:fld id="{7C839148-7006-41C4-ABC2-D2A9F4595A63}" type="slidenum">
              <a:rPr lang="en-US" altLang="cs-CZ" smtClean="0"/>
              <a:pPr>
                <a:spcAft>
                  <a:spcPts val="600"/>
                </a:spcAft>
              </a:pPr>
              <a:t>2</a:t>
            </a:fld>
            <a:endParaRPr lang="en-US" altLang="cs-CZ"/>
          </a:p>
        </p:txBody>
      </p:sp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31801" y="-100013"/>
            <a:ext cx="10265833" cy="720726"/>
          </a:xfrm>
        </p:spPr>
        <p:txBody>
          <a:bodyPr wrap="square" anchor="ctr">
            <a:normAutofit/>
          </a:bodyPr>
          <a:lstStyle/>
          <a:p>
            <a:r>
              <a:rPr lang="cs-CZ" dirty="0"/>
              <a:t>Význam</a:t>
            </a:r>
          </a:p>
        </p:txBody>
      </p:sp>
    </p:spTree>
    <p:extLst>
      <p:ext uri="{BB962C8B-B14F-4D97-AF65-F5344CB8AC3E}">
        <p14:creationId xmlns:p14="http://schemas.microsoft.com/office/powerpoint/2010/main" val="4014949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5FF9F-A7BD-6D33-DA4D-06E0A7961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C8E341B-8E8E-A781-EEE4-5D4255B35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Kritické části</a:t>
            </a:r>
          </a:p>
        </p:txBody>
      </p:sp>
      <p:sp>
        <p:nvSpPr>
          <p:cNvPr id="3" name="Zástupný symbol pro obsah 2">
            <a:extLst>
              <a:ext uri="{FF2B5EF4-FFF2-40B4-BE49-F238E27FC236}">
                <a16:creationId xmlns:a16="http://schemas.microsoft.com/office/drawing/2014/main" id="{CB44E979-903C-D62C-7DE7-8F8BC7C4EE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altLang="cs-CZ" sz="2800" dirty="0"/>
              <a:t>V počítačových sítích mohou být mosty identifikovány jako kritické spoje, které by u výpadku  rozdělil síť na nekomunikující části.</a:t>
            </a:r>
          </a:p>
          <a:p>
            <a:endParaRPr lang="cs-CZ" sz="2800" dirty="0"/>
          </a:p>
          <a:p>
            <a:r>
              <a:rPr lang="cs-CZ" dirty="0"/>
              <a:t>V dopravě mohou artikulační body představovat klíčové uzly, u kterých by jejich uzavření by narušilo propojení mezi regiony</a:t>
            </a:r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1E89AB47-CD6F-3C1D-BE31-C1B33351AF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cs-CZ" dirty="0"/>
              <a:t>Název práce</a:t>
            </a:r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041AC3C6-ECCF-85E3-BFC4-6D1551B8D1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C839148-7006-41C4-ABC2-D2A9F4595A63}" type="slidenum">
              <a:rPr lang="en-US" altLang="cs-CZ" smtClean="0"/>
              <a:pPr/>
              <a:t>3</a:t>
            </a:fld>
            <a:endParaRPr lang="en-US" altLang="cs-CZ" dirty="0"/>
          </a:p>
        </p:txBody>
      </p:sp>
    </p:spTree>
    <p:extLst>
      <p:ext uri="{BB962C8B-B14F-4D97-AF65-F5344CB8AC3E}">
        <p14:creationId xmlns:p14="http://schemas.microsoft.com/office/powerpoint/2010/main" val="4009089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AE15A-3398-DE4A-3001-414AB6998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58B946D-56E3-D000-CE38-84D28545F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Řešení</a:t>
            </a:r>
          </a:p>
        </p:txBody>
      </p:sp>
      <p:sp>
        <p:nvSpPr>
          <p:cNvPr id="3" name="Zástupný symbol pro obsah 2">
            <a:extLst>
              <a:ext uri="{FF2B5EF4-FFF2-40B4-BE49-F238E27FC236}">
                <a16:creationId xmlns:a16="http://schemas.microsoft.com/office/drawing/2014/main" id="{60456E98-F183-C3EB-D529-E682AD2BB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altLang="cs-CZ" sz="2800" dirty="0" err="1"/>
              <a:t>Tarjanův</a:t>
            </a:r>
            <a:r>
              <a:rPr lang="cs-CZ" altLang="cs-CZ" sz="2800" dirty="0"/>
              <a:t> algoritmus pro hledání artikulačních bodů  1972</a:t>
            </a:r>
          </a:p>
          <a:p>
            <a:r>
              <a:rPr lang="cs-CZ" sz="2800" dirty="0"/>
              <a:t>Založen na DFS</a:t>
            </a:r>
          </a:p>
          <a:p>
            <a:pPr marL="0" indent="0">
              <a:buNone/>
            </a:pPr>
            <a:endParaRPr lang="cs-CZ" dirty="0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2AE42635-DC1F-0BC3-4C1A-C0CACC4C913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cs-CZ" dirty="0"/>
              <a:t>Název práce</a:t>
            </a:r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7B52635A-BA04-FECB-D359-BBF95F8D23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C839148-7006-41C4-ABC2-D2A9F4595A63}" type="slidenum">
              <a:rPr lang="en-US" altLang="cs-CZ" smtClean="0"/>
              <a:pPr/>
              <a:t>4</a:t>
            </a:fld>
            <a:endParaRPr lang="en-US" altLang="cs-CZ" dirty="0"/>
          </a:p>
        </p:txBody>
      </p:sp>
    </p:spTree>
    <p:extLst>
      <p:ext uri="{BB962C8B-B14F-4D97-AF65-F5344CB8AC3E}">
        <p14:creationId xmlns:p14="http://schemas.microsoft.com/office/powerpoint/2010/main" val="2357940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B1B5E-1D96-044F-39B8-B720501A4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9AFDCD7-E4A6-9730-111F-7EFC08EE9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Zástupný symbol pro obsah 2">
            <a:extLst>
              <a:ext uri="{FF2B5EF4-FFF2-40B4-BE49-F238E27FC236}">
                <a16:creationId xmlns:a16="http://schemas.microsoft.com/office/drawing/2014/main" id="{4AAC9932-3026-6224-C923-9163366BD4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>
                <a:hlinkClick r:id="rId3"/>
              </a:rPr>
              <a:t>index</a:t>
            </a:r>
            <a:endParaRPr lang="cs-CZ" dirty="0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BC65F079-B8AD-44BF-B936-E162DA3E4D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cs-CZ" dirty="0"/>
              <a:t>Název práce</a:t>
            </a:r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73D8FB4D-24CB-0EF4-8293-3BE62E8263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C839148-7006-41C4-ABC2-D2A9F4595A63}" type="slidenum">
              <a:rPr lang="en-US" altLang="cs-CZ" smtClean="0"/>
              <a:pPr/>
              <a:t>5</a:t>
            </a:fld>
            <a:endParaRPr lang="en-US" altLang="cs-CZ" dirty="0"/>
          </a:p>
        </p:txBody>
      </p:sp>
    </p:spTree>
    <p:extLst>
      <p:ext uri="{BB962C8B-B14F-4D97-AF65-F5344CB8AC3E}">
        <p14:creationId xmlns:p14="http://schemas.microsoft.com/office/powerpoint/2010/main" val="3958301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329DB-7AAC-4684-A272-6E6B91344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Děkuji za pozornost!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5909E4-C327-4A50-855C-5DB03E7644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Název práce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50EDF5-3428-4D9A-97E8-BBE46E2AE9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C839148-7006-41C4-ABC2-D2A9F4595A63}" type="slidenum">
              <a:rPr lang="en-US" altLang="cs-CZ" smtClean="0"/>
              <a:pPr/>
              <a:t>6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3810281690"/>
      </p:ext>
    </p:extLst>
  </p:cSld>
  <p:clrMapOvr>
    <a:masterClrMapping/>
  </p:clrMapOvr>
</p:sld>
</file>

<file path=ppt/theme/theme1.xml><?xml version="1.0" encoding="utf-8"?>
<a:theme xmlns:a="http://schemas.openxmlformats.org/drawingml/2006/main" name="101021 FIT Calibri">
  <a:themeElements>
    <a:clrScheme name="a2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a2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8575" cap="flat" cmpd="sng" algn="ctr">
          <a:solidFill>
            <a:schemeClr val="accent6">
              <a:lumMod val="7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ctr" anchorCtr="0" compatLnSpc="1">
        <a:prstTxWarp prst="textNoShape">
          <a:avLst/>
        </a:prstTxWarp>
      </a:bodyPr>
      <a:lstStyle>
        <a:defPPr marR="0" algn="ctr" defTabSz="914400" rtl="0" eaLnBrk="1" fontAlgn="base" latinLnBrk="0" hangingPunct="1">
          <a:lnSpc>
            <a:spcPct val="100000"/>
          </a:lnSpc>
          <a:spcBef>
            <a:spcPct val="20000"/>
          </a:spcBef>
          <a:spcAft>
            <a:spcPct val="0"/>
          </a:spcAft>
          <a:buClrTx/>
          <a:buSzTx/>
          <a:buNone/>
          <a:tabLst/>
          <a:defRPr kumimoji="0" sz="2400" b="0" i="0" u="none" strike="noStrike" cap="none" normalizeH="0" baseline="0" dirty="0" err="1" smtClean="0">
            <a:ln>
              <a:solidFill>
                <a:schemeClr val="accent6">
                  <a:lumMod val="50000"/>
                </a:schemeClr>
              </a:solidFill>
            </a:ln>
            <a:solidFill>
              <a:schemeClr val="accent6">
                <a:lumMod val="50000"/>
              </a:schemeClr>
            </a:solidFill>
            <a:effectLst/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spDef>
    <a:lnDef>
      <a:spPr bwMode="auto">
        <a:noFill/>
        <a:ln w="38100" cap="flat" cmpd="sng" algn="ctr">
          <a:solidFill>
            <a:schemeClr val="accent6">
              <a:lumMod val="7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none" rtlCol="0">
        <a:spAutoFit/>
      </a:bodyPr>
      <a:lstStyle>
        <a:defPPr algn="l">
          <a:buNone/>
          <a:defRPr sz="2600" b="0" dirty="0" err="1" smtClean="0">
            <a:solidFill>
              <a:schemeClr val="tx1"/>
            </a:solidFill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>
    <a:extraClrScheme>
      <a:clrScheme name="a2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2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2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2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2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2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2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2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2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2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2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2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IT slides 16×9" id="{B590956F-A7F1-43E2-93A5-5BD167D239B1}" vid="{8AE2544D-ADF6-4D5E-BE2A-707A22119D64}"/>
    </a:ext>
  </a:extLst>
</a:theme>
</file>

<file path=ppt/theme/theme2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FIT slides</Template>
  <TotalTime>13</TotalTime>
  <Words>118</Words>
  <Application>Microsoft Office PowerPoint</Application>
  <PresentationFormat>Širokoúhlá obrazovka</PresentationFormat>
  <Paragraphs>33</Paragraphs>
  <Slides>6</Slides>
  <Notes>4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6</vt:i4>
      </vt:variant>
    </vt:vector>
  </HeadingPairs>
  <TitlesOfParts>
    <vt:vector size="11" baseType="lpstr">
      <vt:lpstr>Arial</vt:lpstr>
      <vt:lpstr>Calibri</vt:lpstr>
      <vt:lpstr>Century Gothic</vt:lpstr>
      <vt:lpstr>Tahoma</vt:lpstr>
      <vt:lpstr>101021 FIT Calibri</vt:lpstr>
      <vt:lpstr>Artikulační body a mosty</vt:lpstr>
      <vt:lpstr>Význam</vt:lpstr>
      <vt:lpstr>Kritické části</vt:lpstr>
      <vt:lpstr>Řešení</vt:lpstr>
      <vt:lpstr>Prezentace aplikace PowerPoint</vt:lpstr>
      <vt:lpstr>Děkuji za pozornost!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Jirka Šotola</dc:creator>
  <cp:lastModifiedBy>Jirka Šotola</cp:lastModifiedBy>
  <cp:revision>1</cp:revision>
  <dcterms:created xsi:type="dcterms:W3CDTF">2024-12-13T04:06:32Z</dcterms:created>
  <dcterms:modified xsi:type="dcterms:W3CDTF">2024-12-13T04:19:55Z</dcterms:modified>
</cp:coreProperties>
</file>